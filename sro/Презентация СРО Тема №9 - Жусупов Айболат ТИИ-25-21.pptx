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Inter"/>
      <ns0:bold ns1:id="rIdFont12"/>
      <ns0:regular ns1:id="rIdFont1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aac97e37-ea85-498c-b76a-d2f5d8fedbcd.fntdata" /><ns0:Relationship Id="rIdFont13" Type="http://schemas.openxmlformats.org/officeDocument/2006/relationships/font" Target="fonts/a58b1303-9425-4735-b47a-849760bdef1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0145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318444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АО «АЛМАТИНСКИЙ ТЕХНОЛОГИЧЕСКИЙ УНИВЕРСИТЕТ» • КАФЕДРА «ИНФОРМАЦИОННЫЕ СИСТЕМЫ»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661344"/>
            <a:ext cx="96012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8FAFC"/>
                </a:solidFill>
                <a:latin typeface="Inter"/>
              </a:rPr>
              <a:t>Тема №9: Система мониторинга учебных проектов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10905"/>
            <a:ext cx="9525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Выполнил: </a:t>
            </a:r>
            <a:r>
              <a:rPr b="1" sz="1500" i="0" u="none">
                <a:solidFill>
                  <a:srgbClr val="94A3B8"/>
                </a:solidFill>
                <a:latin typeface="Inter"/>
              </a:rPr>
              <a:t>Жусупов Айболат Шандиевич</a:t>
            </a:r>
            <a:r>
              <a:rPr b="0" sz="1500" i="0" u="none">
                <a:solidFill>
                  <a:srgbClr val="94A3B8"/>
                </a:solidFill>
                <a:latin typeface="Inter"/>
              </a:rPr>
              <a:t> | Группа: </a:t>
            </a:r>
            <a:r>
              <a:rPr b="1" sz="1500" i="0" u="none">
                <a:solidFill>
                  <a:srgbClr val="94A3B8"/>
                </a:solidFill>
                <a:latin typeface="Inter"/>
              </a:rPr>
              <a:t>ТИИ-25-21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1957387"/>
            <a:ext cx="5257800" cy="3619500"/>
          </a:xfrm>
          <a:prstGeom prst="roundRect">
            <a:avLst>
              <a:gd name="adj" fmla="val 421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47912"/>
            <a:ext cx="52578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76687"/>
            <a:ext cx="52578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957387"/>
            <a:ext cx="52578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281112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Цель проекта и предметная область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6512" y="76200"/>
            <a:ext cx="1995487" cy="180975"/>
          </a:xfrm>
          <a:prstGeom prst="rect">
            <a:avLst/>
          </a:prstGeom>
          <a:solidFill>
            <a:srgbClr val="E0E0E0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333333"/>
                </a:solidFill>
                <a:latin typeface="sans-serif"/>
              </a:rPr>
              <a:t>image_retrieval/13931094796536876054_0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586037"/>
            <a:ext cx="62757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Что делает программа?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862262"/>
            <a:ext cx="487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Ведет полный учет учебных проектов всей академической группы (22 студента), отслеживая статус выполнения задач и прогресс.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214812"/>
            <a:ext cx="62757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Зачем это нужно?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491037"/>
            <a:ext cx="487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Позволяет преподавателю мгновенно видеть общую статистику группы и выявлять отстающие проекты.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57387"/>
            <a:ext cx="5257800" cy="3619500"/>
          </a:xfrm>
          <a:prstGeom prst="roundRect">
            <a:avLst>
              <a:gd name="adj" fmla="val 421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347912"/>
            <a:ext cx="52578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3748087"/>
            <a:ext cx="52578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57387"/>
            <a:ext cx="52578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281112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Реляционная база данных (SQLite)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3507" y="76200"/>
            <a:ext cx="1988492" cy="180975"/>
          </a:xfrm>
          <a:prstGeom prst="rect">
            <a:avLst/>
          </a:prstGeom>
          <a:solidFill>
            <a:srgbClr val="E0E0E0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333333"/>
                </a:solidFill>
                <a:latin typeface="sans-serif"/>
              </a:rPr>
              <a:t>image_retrieval/17193220645794895112_0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586037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Почему SQLite?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862262"/>
            <a:ext cx="487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Встроена в Python, не требует сложной установки сервера, сохраняет все данные в файле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student_projects.db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986212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Авто-наполнение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4262437"/>
            <a:ext cx="487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Функция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init_database()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при первом запуске автоматически создает таблицу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projects_monitoring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и записывает туда всех 22 студентов из ведомостей.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1957387"/>
            <a:ext cx="5257800" cy="3619500"/>
          </a:xfrm>
          <a:prstGeom prst="roundRect">
            <a:avLst>
              <a:gd name="adj" fmla="val 421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33612"/>
            <a:ext cx="52578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62387"/>
            <a:ext cx="52578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957387"/>
            <a:ext cx="52578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281112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Применение парадигм программирования (Лекции 5 и 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3507" y="76200"/>
            <a:ext cx="1988492" cy="180975"/>
          </a:xfrm>
          <a:prstGeom prst="rect">
            <a:avLst/>
          </a:prstGeom>
          <a:solidFill>
            <a:srgbClr val="E0E0E0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333333"/>
                </a:solidFill>
                <a:latin typeface="sans-serif"/>
              </a:rPr>
              <a:t>image_retrieval/11722771966755857255_0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471737"/>
            <a:ext cx="62757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Объектно-ориентированный подход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747962"/>
            <a:ext cx="487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Класс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StudentProjectRecord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инкапсулирует данные студента и автоматически вычисляет процент прогресса через динамическое свойство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@property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100512"/>
            <a:ext cx="62757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Функциональный подход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376737"/>
            <a:ext cx="487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Чистые функции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calculate_average_group_progress()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и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filter_ready_projects()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обрабатывают списки без побочных эффектов.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66987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33462"/>
            <a:ext cx="3738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https://stardomnow.com/media/services/digital.jpg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33487"/>
            <a:ext cx="2309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stardomnow.com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04987"/>
            <a:ext cx="8215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https://www.datensen.com/blog/wp-content/uploads/luna-modeler-data-modeling-tool-for-sqlite-1024x611.jpg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05012"/>
            <a:ext cx="2524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www.datensen.com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533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https://img.magnific.com/premium-photo/students-e-learning-laptop-university-as-group-college-school-class-assignment-teamwork-people-collaboration-with-reading-tech-exam-project-tutorial-science_590464-397896.jpg?semt=ais_hybrid&amp;w=740&amp;q=80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886075"/>
            <a:ext cx="248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www.magnific.com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