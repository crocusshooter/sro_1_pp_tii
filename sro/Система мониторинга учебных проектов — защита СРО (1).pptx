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53"/>
            <a:ext cx="10566400" cy="4460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6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84953"/>
            <a:ext cx="10566400" cy="4460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2434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Парадигмы программирования · Тема № 9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27250"/>
            <a:ext cx="6540500" cy="2037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мониторинга учебных проектов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392910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подход: процедурный, объектно-ориентированный и функциональный стиль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96692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Жусупов Айболат · группа ТИИ-25-21</a:t>
            </a:r>
            <a:endParaRPr lang="en-US" sz="1500" dirty="0"/>
          </a:p>
        </p:txBody>
      </p:sp>
      <p:pic>
        <p:nvPicPr>
          <p:cNvPr id="6" name="Image 0" descr="Схема из узлов и связе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26400" y="1651000"/>
            <a:ext cx="3556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четыре модуля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38929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96104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17041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Task, Project, политики расчёта прогресса. Лекции 5,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38929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96104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17041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Циклы, процедуры, чистые функции, конвейеры. Лекции 2, 3, 7,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70535"/>
            <a:ext cx="5175250" cy="1055357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427710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3150" y="3702017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Консольное меню и точка входа. Лекция 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70535"/>
            <a:ext cx="5175250" cy="1055357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427710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test_project.py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3702017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автоматических тестов на pytest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классов</a:t>
            </a:r>
            <a:endParaRPr lang="en-US" sz="3200" dirty="0"/>
          </a:p>
        </p:txBody>
      </p:sp>
      <p:pic>
        <p:nvPicPr>
          <p:cNvPr id="3" name="Image 0" descr="Диаграмма классов: Project использует ProgressPolicy и содержит Task; SimpleProgress и WeightedProgress наследуют ProgressPolicy">    </p:cNvPr>
          <p:cNvPicPr>
            <a:picLocks noChangeAspect="1"/>
          </p:cNvPicPr>
          <p:nvPr/>
        </p:nvPicPr>
        <p:blipFill>
          <a:blip r:embed="rId1"/>
          <a:srcRect l="-43" r="-43" t="0" b="0"/>
          <a:stretch/>
        </p:blipFill>
        <p:spPr>
          <a:xfrm>
            <a:off x="812800" y="1584954"/>
            <a:ext cx="105664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ООП: инкапсуляция, полиморфизм, композиция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54"/>
            <a:ext cx="3386667" cy="1950707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89754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65660"/>
            <a:ext cx="29650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Приватные атрибуты, доступ через @property, состояние меняет только complete()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67" y="1635754"/>
            <a:ext cx="3386667" cy="1950707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667" y="1889754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ProgressPolicy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67" y="2265660"/>
            <a:ext cx="296502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Абстрактный интерфейс. SimpleProgress считает по числу задач, WeightedProgress по весу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34" y="1635754"/>
            <a:ext cx="3386667" cy="1950707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34" y="1889754"/>
            <a:ext cx="29650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34" y="2265660"/>
            <a:ext cx="29650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политику внутри себя и меняет её через set_policy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класс Task (models.py)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4"/>
            <a:ext cx="10566400" cy="3410876"/>
          </a:xfrm>
          <a:prstGeom prst="roundRect">
            <a:avLst>
              <a:gd name="adj" fmla="val 2979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54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Task: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3200" y="196846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__init__(self, task_id, title, weight, completed=False):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9600" y="2199580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self.__task_id = task_id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9600" y="2430695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self.__title = title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9600" y="2661810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self.__weight = weight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9600" y="2892921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self.__completed = completed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73200" y="335515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@property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3200" y="358626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completed(self) -&gt; bool: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9600" y="3817376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self.__completed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73200" y="427960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complete(self) -&gt; None: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9600" y="4510717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self.__completed = True </a:t>
            </a:r>
            <a:r>
              <a:rPr lang="en-US" sz="1300" dirty="0">
                <a:solidFill>
                  <a:srgbClr val="7F8EA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состояние меняется только здесь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интерфейс и две политики (models.py)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4"/>
            <a:ext cx="10566400" cy="3873103"/>
          </a:xfrm>
          <a:prstGeom prst="roundRect">
            <a:avLst>
              <a:gd name="adj" fmla="val 2623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54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ProgressPolicy(ABC):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3200" y="196846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@abstractmethod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73200" y="219958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calculate(self, tasks: List[Task]) -&gt; float: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9600" y="2430695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892921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SimpleProgress(ProgressPolicy):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73200" y="3124036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calculate(self, tasks):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9600" y="3355150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done = sum(1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tasks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t.completed)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9600" y="3586262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round((done / len(tasks)) * 100.0, 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6800" y="4048491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WeightedProgress(ProgressPolicy):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73200" y="427960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calculate(self, tasks):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9600" y="4510717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total = sum(t.weight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tasks)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9600" y="4741831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done = sum(t.weight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tasks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t.completed)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9600" y="4972943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round((done / total) * 100.0, 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5661258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на пустой список и нулевой вес опущены для краткости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Процедурный и функциональный стиль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48454"/>
          <a:ext cx="10553700" cy="286385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Реализация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Лекция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Императивный цикл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imperative_find_risks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Процедурная декомпозиция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функций над словарём записи проекта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Чистая функция, рекурсия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pure_filter_high_progress, recursive_factorial_weight_sum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Замыкание, filter и map, reduce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make_risk_filter_closure, functional_pipeline_analysis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императивный цикл и чистая функция (logic.py)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4"/>
            <a:ext cx="10566400" cy="2486422"/>
          </a:xfrm>
          <a:prstGeom prst="roundRect">
            <a:avLst>
              <a:gd name="adj" fmla="val 4086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54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imperative_find_risks(projects, threshold_days):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3200" y="196846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risky_teams = []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73200" y="219958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projects: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9600" y="2430695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proj.deadline_days_left &lt; threshold_days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and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proj.get_progress() &lt; 70.0: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661810"/>
            <a:ext cx="910437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risky_teams.append(proj.team_name)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73200" y="2892921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risky_teams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3355150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pure_filter_high_progress(projects, min_progress):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3200" y="358626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[p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projects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p.get_progress() &gt;= min_progress]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замыкание и конвейер (logic.py)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8"/>
            <a:ext cx="10566400" cy="2948649"/>
          </a:xfrm>
          <a:prstGeom prst="roundRect">
            <a:avLst>
              <a:gd name="adj" fmla="val 3446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5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make_risk_filter_closure(max_days, min_progress):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3200" y="196846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filter_func(project):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79600" y="2199580"/>
            <a:ext cx="95229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(project.deadline_days_left &lt;= max_days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2400" y="2430698"/>
            <a:ext cx="868578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and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project.get_progress() &lt; min_progress)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73200" y="266181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filter_func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124039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functional_pipeline_analysis(projects, max_days, min_progress):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73200" y="335515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risk_predicate = make_risk_filter_closure(max_days, min_progress)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3200" y="358626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filtered_projects = filter(risk_predicate, projects)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73200" y="381737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team_names = map(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lambda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p: f"Команда: {p.team_name}", filtered_projects)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73200" y="4048491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list(team_names)</a:t>
            </a:r>
            <a:endParaRPr lang="en-US" sz="1300" dirty="0"/>
          </a:p>
        </p:txBody>
      </p:sp>
      <p:pic>
        <p:nvPicPr>
          <p:cNvPr id="14" name="Image 0" descr="Конвейер: проекты, filter с замыканием, map, список">    </p:cNvPr>
          <p:cNvPicPr>
            <a:picLocks noChangeAspect="1"/>
          </p:cNvPicPr>
          <p:nvPr/>
        </p:nvPicPr>
        <p:blipFill>
          <a:blip r:embed="rId1"/>
          <a:srcRect l="0" r="0" t="-89" b="-89"/>
          <a:stretch/>
        </p:blipFill>
        <p:spPr>
          <a:xfrm>
            <a:off x="812800" y="4736802"/>
            <a:ext cx="105664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парадигмы: обзор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97658"/>
          <a:ext cx="10553700" cy="3174669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8602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Парадигма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Главная идея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Языки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Сильная сторона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634934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Императивная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Последовательность команд меняет состояние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Pascal, Python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Простота и полный контроль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38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Процедурная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разбит на подпрограммы с параметрами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Pascal, Python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Повторное использование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34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Объектно-ориентированная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Объекты объединяют данные и поведение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Java, C#, Python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Модульность и расширяемость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34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Функциональная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Чистые функции, функции высшего порядка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Haskell, Lisp, Python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Предсказуемость и тестируемость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парадигм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58"/>
            <a:ext cx="5181600" cy="1684007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89758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Императивный подход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65660"/>
            <a:ext cx="48138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Словари и списки, прямое изменение состояния в циклах for и условиях if, ручной контроль индексов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35758"/>
            <a:ext cx="5181600" cy="1684007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89758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ООП с полиморфизмом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600" y="2265660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внутри классов, алгоритм расчёта выбирается через общий интерфейс, систему легко расширять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тесты (test_project.py)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34158"/>
            <a:ext cx="10566400" cy="2486422"/>
          </a:xfrm>
          <a:prstGeom prst="roundRect">
            <a:avLst>
              <a:gd name="adj" fmla="val 4086"/>
            </a:avLst>
          </a:prstGeom>
          <a:solidFill>
            <a:srgbClr val="0E172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37358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test_weighted_progress_policy():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3200" y="196846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tasks = [Task("1", "А", 3, True), </a:t>
            </a:r>
            <a:r>
              <a:rPr lang="en-US" sz="1300" dirty="0">
                <a:solidFill>
                  <a:srgbClr val="7F8EA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вес 3 выполнен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87600" y="2199580"/>
            <a:ext cx="899972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Task("2", "Б", 7, False)] </a:t>
            </a:r>
            <a:r>
              <a:rPr lang="en-US" sz="1300" dirty="0">
                <a:solidFill>
                  <a:srgbClr val="7F8EA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вес 7 не выполнен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73200" y="2430698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WeightedProgress().calculate(tasks) == 30.0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892921"/>
            <a:ext cx="1036015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test_risk_filter_closure():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73200" y="3124039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risk_checker = make_risk_filter_closure(max_days=5, min_progress=50.0)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73200" y="3355150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proj = Project("1", "Тест", "К", 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3200" y="3586262"/>
            <a:ext cx="99415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risk_checker(proj) </a:t>
            </a:r>
            <a:r>
              <a:rPr lang="en-US" sz="1300" dirty="0">
                <a:solidFill>
                  <a:srgbClr val="FCA3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</a:t>
            </a:r>
            <a:r>
              <a:rPr lang="en-US" sz="1300" dirty="0">
                <a:solidFill>
                  <a:srgbClr val="E6E9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True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выбирать парадигму под задачу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3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45308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скрипт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11961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Императивный или процедурный стиль: меньше кода, быстрее результат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88133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45308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сущности и состояние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11961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ООП: классы, инкапсуляция и полиморфизм держат модель в порядке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19735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376910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коллекций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3150" y="3651219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стиль: filter, map, reduce вместо ручных циклов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19735"/>
            <a:ext cx="5175250" cy="1322057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376910"/>
            <a:ext cx="480072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проекты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3651219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Мультипарадигменный подход: Python позволяет сочетать все три стиля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истема мониторинга учебных проектов — защита СРО">
  <a:themeElements>
    <a:clrScheme name="Система мониторинга учебных проектов — защита СРО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B86E00"/>
      </a:accent1>
      <a:accent2>
        <a:srgbClr val="FCA311"/>
      </a:accent2>
      <a:accent3>
        <a:srgbClr val="C9CED8"/>
      </a:accent3>
      <a:accent4>
        <a:srgbClr val="5B6475"/>
      </a:accent4>
      <a:accent5>
        <a:srgbClr val="9AA0A6"/>
      </a:accent5>
      <a:accent6>
        <a:srgbClr val="6E7584"/>
      </a:accent6>
      <a:hlink>
        <a:srgbClr val="0563C1"/>
      </a:hlink>
      <a:folHlink>
        <a:srgbClr val="954F72"/>
      </a:folHlink>
    </a:clrScheme>
    <a:fontScheme name="Система мониторинга учебных проектов — защита СРО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мониторинга учебных проектов — защита СРО</dc:title>
  <dc:subject/>
  <dc:creator/>
  <cp:lastModifiedBy/>
  <cp:revision>1</cp:revision>
  <dcterms:created xsi:type="dcterms:W3CDTF">2026-10-22T06:16:20Z</dcterms:created>
  <dcterms:modified xsi:type="dcterms:W3CDTF">2026-10-22T06:16:20Z</dcterms:modified>
</cp:coreProperties>
</file>